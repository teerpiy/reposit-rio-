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2519997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58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302386"/>
            <a:ext cx="21419979" cy="1127975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7017128"/>
            <a:ext cx="18899981" cy="7822326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77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14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077332"/>
            <a:ext cx="21734978" cy="13477201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1682033"/>
            <a:ext cx="21734978" cy="7087342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836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8624810"/>
            <a:ext cx="10709989" cy="2055705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8624810"/>
            <a:ext cx="10709989" cy="2055705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627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724969"/>
            <a:ext cx="21734978" cy="626236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7942328"/>
            <a:ext cx="10660769" cy="3892412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1834740"/>
            <a:ext cx="10660769" cy="174071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7942328"/>
            <a:ext cx="10713272" cy="3892412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1834740"/>
            <a:ext cx="10713272" cy="174071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75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70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39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159952"/>
            <a:ext cx="8127648" cy="7559834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4664905"/>
            <a:ext cx="12757487" cy="23024494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9719786"/>
            <a:ext cx="8127648" cy="18007107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74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159952"/>
            <a:ext cx="8127648" cy="7559834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4664905"/>
            <a:ext cx="12757487" cy="23024494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9719786"/>
            <a:ext cx="8127648" cy="18007107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93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9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724962"/>
            <a:ext cx="5433745" cy="2745689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724962"/>
            <a:ext cx="15986234" cy="274568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757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724969"/>
            <a:ext cx="21734978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8624810"/>
            <a:ext cx="21734978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0029347"/>
            <a:ext cx="566999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9553C-FEDF-40AA-A05C-999C0F42F2C7}" type="datetimeFigureOut">
              <a:rPr lang="pt-BR" smtClean="0"/>
              <a:t>14/02/2025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0029347"/>
            <a:ext cx="8504992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0029347"/>
            <a:ext cx="566999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64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267F-1AC5-FDF1-97CE-BB57FD57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F609B81D-EDE7-8D97-BDB3-5C3EAA1CA059}"/>
              </a:ext>
            </a:extLst>
          </p:cNvPr>
          <p:cNvSpPr/>
          <p:nvPr/>
        </p:nvSpPr>
        <p:spPr>
          <a:xfrm>
            <a:off x="16357494" y="5423901"/>
            <a:ext cx="7694983" cy="17579790"/>
          </a:xfrm>
          <a:prstGeom prst="rect">
            <a:avLst/>
          </a:prstGeom>
          <a:solidFill>
            <a:srgbClr val="1F492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DE961D8-C9BF-6731-DFC5-D08FD3FE7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64" y="28769334"/>
            <a:ext cx="24511246" cy="324847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12EC5D3-AD0C-4744-C951-C005B9C0A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42" y="535632"/>
            <a:ext cx="23793357" cy="397286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00550B4-9234-A477-9E74-6C77A1838216}"/>
              </a:ext>
            </a:extLst>
          </p:cNvPr>
          <p:cNvSpPr txBox="1"/>
          <p:nvPr/>
        </p:nvSpPr>
        <p:spPr>
          <a:xfrm>
            <a:off x="2044700" y="1080869"/>
            <a:ext cx="159893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latin typeface="Arial" panose="020B0604020202020204" pitchFamily="34" charset="0"/>
                <a:cs typeface="Arial" panose="020B0604020202020204" pitchFamily="34" charset="0"/>
              </a:rPr>
              <a:t>TÍTULO DO PROJETO</a:t>
            </a:r>
          </a:p>
          <a:p>
            <a:pPr algn="ctr"/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SUBTÍTULO DO PROJETO (SE HOUVER)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4BCA5CD-CC8B-4FF7-9C68-FFD9900674B2}"/>
              </a:ext>
            </a:extLst>
          </p:cNvPr>
          <p:cNvSpPr txBox="1"/>
          <p:nvPr/>
        </p:nvSpPr>
        <p:spPr>
          <a:xfrm>
            <a:off x="12449220" y="2953366"/>
            <a:ext cx="10928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Autor01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(Autor01-xxxxxx@uergs.edu.br)</a:t>
            </a:r>
          </a:p>
          <a:p>
            <a:pPr algn="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Autor02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(Autor02-xxxxxx@uergs.edu.br)</a:t>
            </a:r>
          </a:p>
          <a:p>
            <a:pPr algn="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Autor03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(Autor03-xxxxxx@uergs.edu.br)</a:t>
            </a:r>
          </a:p>
          <a:p>
            <a:pPr algn="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Autor04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(Autor04-xxxxxx@uergs.edu.br)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C577B95-B046-DFA7-A6EC-707FB7B22D22}"/>
              </a:ext>
            </a:extLst>
          </p:cNvPr>
          <p:cNvSpPr txBox="1"/>
          <p:nvPr/>
        </p:nvSpPr>
        <p:spPr>
          <a:xfrm>
            <a:off x="852364" y="4769248"/>
            <a:ext cx="7341429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aqui o contexto do problema a ser resolvido, com a devida </a:t>
            </a:r>
            <a:r>
              <a:rPr lang="pt-BR" sz="2000" b="0" i="1" dirty="0">
                <a:solidFill>
                  <a:srgbClr val="FF313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citação 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referência&gt;.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&lt;Descreva sucintamente o problema a que se pretende dar uma solução&gt;.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a hipótese que o projeto julga ser promissora, para dar solução ao problema&gt;.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FD58B1-6065-6A23-B92E-6B3ABAF8CA37}"/>
              </a:ext>
            </a:extLst>
          </p:cNvPr>
          <p:cNvSpPr txBox="1"/>
          <p:nvPr/>
        </p:nvSpPr>
        <p:spPr>
          <a:xfrm>
            <a:off x="8497517" y="4769248"/>
            <a:ext cx="7694983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estudo, como objetivo geral, visa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Como objetivos específicos, o projeto prevê: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f)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3A63D47-D9F6-5797-9CEC-34F4CA1F9CE1}"/>
              </a:ext>
            </a:extLst>
          </p:cNvPr>
          <p:cNvSpPr txBox="1"/>
          <p:nvPr/>
        </p:nvSpPr>
        <p:spPr>
          <a:xfrm>
            <a:off x="802534" y="11694221"/>
            <a:ext cx="1530106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RERENCIAL E MÉTODO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aqui o método a ser utilizado, baseado nas referências estudadas&gt;.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&lt;Explique aqui o que será montado e como deverá funcionar&gt;.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também as tecnologias utilizadas e como chegou a elas&gt;.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&lt;desenhos e diagramas devem ser colocador no desenho seguinte, todos na mesma imagem&gt;.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xx.xxxxx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5FE1BFC-2DE7-B3EE-D398-4A593FD21D38}"/>
              </a:ext>
            </a:extLst>
          </p:cNvPr>
          <p:cNvSpPr txBox="1"/>
          <p:nvPr/>
        </p:nvSpPr>
        <p:spPr>
          <a:xfrm>
            <a:off x="633095" y="26193076"/>
            <a:ext cx="1530106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&lt;descreva aqui os principais resultados objetivos no projeto, correlacionando os objetivos específicos com os resultados alcançados&gt;.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&lt;Destaque as principais funcionalidades do projeto&gt;.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o que deu muito certo e o que não deu tão certo ou que podia melhorar&gt;.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2D38ECF-600D-B047-106A-595DD0FF70D8}"/>
              </a:ext>
            </a:extLst>
          </p:cNvPr>
          <p:cNvSpPr/>
          <p:nvPr/>
        </p:nvSpPr>
        <p:spPr>
          <a:xfrm>
            <a:off x="802534" y="17843500"/>
            <a:ext cx="15131627" cy="7696200"/>
          </a:xfrm>
          <a:prstGeom prst="roundRect">
            <a:avLst>
              <a:gd name="adj" fmla="val 5941"/>
            </a:avLst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B5E7762-8E70-1EE4-4078-119853826A98}"/>
              </a:ext>
            </a:extLst>
          </p:cNvPr>
          <p:cNvSpPr/>
          <p:nvPr/>
        </p:nvSpPr>
        <p:spPr>
          <a:xfrm>
            <a:off x="16526933" y="17695864"/>
            <a:ext cx="7330387" cy="5011736"/>
          </a:xfrm>
          <a:prstGeom prst="roundRect">
            <a:avLst>
              <a:gd name="adj" fmla="val 12359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F3235A3-1A4E-3444-5D83-69E501A3115F}"/>
              </a:ext>
            </a:extLst>
          </p:cNvPr>
          <p:cNvSpPr txBox="1"/>
          <p:nvPr/>
        </p:nvSpPr>
        <p:spPr>
          <a:xfrm>
            <a:off x="16396776" y="5424994"/>
            <a:ext cx="7694983" cy="1246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aqui a forma com que o projeto foi ensaiado para obter os resultados&gt;.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os resultados alcançados&gt;.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&lt;Compare os resultados alcançados com os objetivos específicos&gt;.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&lt;Analise os resultados, de forma crítica, baseado nas técnicas aplicadas&gt;.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AF3D26-692A-5FED-6D0D-386085667E33}"/>
              </a:ext>
            </a:extLst>
          </p:cNvPr>
          <p:cNvSpPr txBox="1"/>
          <p:nvPr/>
        </p:nvSpPr>
        <p:spPr>
          <a:xfrm>
            <a:off x="16357494" y="23059217"/>
            <a:ext cx="8498116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COLOMBO, J. F.; LUCCA FILHO, J. DE. Internet Das Coisas (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E Indústria 4.0.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Revista Interface Tecnológica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v. 15, n. 2, p. 72–85, 2018. 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FIRJAN. Indústria 4.0.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Estratégia Nacional para a Digitalização da Economia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n. Abril, p. 1–52, 2016. 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HERMANN, M.; PENTEK, T.; OTTO, B.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  <a:r>
              <a:rPr lang="pt-BR" sz="1400" b="1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Principlesfor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Industrie 4.0 </a:t>
            </a:r>
            <a:r>
              <a:rPr lang="pt-BR" sz="1400" b="1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Scenarios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 </a:t>
            </a:r>
            <a:r>
              <a:rPr lang="pt-BR" sz="1400" b="1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Literature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Review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2015. Disponível em: http://www.snom.mb.tu-dortmund.de/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cms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/de/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forschung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Arbeitsberichte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/Design-Principles-for-Industrie-4_0-Scenarios.pdf. Acesso em: 3 maio. 2020. 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MISHRA,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Biswajeeban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KERTESZ, Attila. The Use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MQTT in M2M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IoT Systems: a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Ieee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Access, [S.L.], v. 8, n. 1, p. 201071-201086, 2020.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Institute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Electrical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Electronics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Engineers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(IEEE). Disponível em: https://ieeexplore.ieee.org/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/9247996. Acesso em: 01 jul. 2023.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MUNIRATHINAM,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Sathyan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Industry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4.0: industrial internet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things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IIot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Advances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Computers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[S.L.], v. 117, n. 1, p. 129-164, 2020. ISBN: 978-0-12-818756-2. Disponível em: https://www.sciencedirect.com/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science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article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pii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/S0065245819300634. Acesso em: 01 julho 2023.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PEIXOTO, João Alvarez.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 minimamente invasivo baseado em agentes aplicado em controladores lógicos programáveis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2016. 225f. Tese (Doutorado) - Curso de Pós-graduação em Engenharia Elétrica, Departamento de Engenharia Elétrica, Universidade Federal do Rio Grande do Sul, Porto Alegre, 2016. Disponível em: http://hdl.handle.net/10183/156495. Acesso em 25 de mar. 2023. 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PEIXOTO, João Alvarez; SOARES, André Borin. Manufatura automatizada baseada em sistemas ciberfísicos: um passo para indústria 4.0.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Revista Eletrônica Científica da </a:t>
            </a:r>
            <a:r>
              <a:rPr lang="pt-BR" sz="1400" b="1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Uergs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Porto Alegre, v. 8, n. 3, p. 188-198, 23 dez. 2022. Disponível em: http://revista.uergs.edu.br/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index.php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revuergs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article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/3402/563. Acesso em: 24 dez. 2022.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FFA1653-0C35-B2D2-94AA-32F4961AB97E}"/>
              </a:ext>
            </a:extLst>
          </p:cNvPr>
          <p:cNvSpPr txBox="1"/>
          <p:nvPr/>
        </p:nvSpPr>
        <p:spPr>
          <a:xfrm>
            <a:off x="6299200" y="15633184"/>
            <a:ext cx="1259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57298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1420</Words>
  <Application>Microsoft Office PowerPoint</Application>
  <PresentationFormat>Personalizar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Peixoto</dc:creator>
  <cp:lastModifiedBy>João Peixoto</cp:lastModifiedBy>
  <cp:revision>3</cp:revision>
  <dcterms:created xsi:type="dcterms:W3CDTF">2025-02-14T18:46:54Z</dcterms:created>
  <dcterms:modified xsi:type="dcterms:W3CDTF">2025-02-14T19:26:17Z</dcterms:modified>
</cp:coreProperties>
</file>