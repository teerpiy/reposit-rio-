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</p:sldIdLst>
  <p:sldSz cx="25199975" cy="323992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49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588" y="-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89998" y="5302386"/>
            <a:ext cx="21419979" cy="11279752"/>
          </a:xfrm>
        </p:spPr>
        <p:txBody>
          <a:bodyPr anchor="b"/>
          <a:lstStyle>
            <a:lvl1pPr algn="ctr">
              <a:defRPr sz="16535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49997" y="17017128"/>
            <a:ext cx="18899981" cy="7822326"/>
          </a:xfrm>
        </p:spPr>
        <p:txBody>
          <a:bodyPr/>
          <a:lstStyle>
            <a:lvl1pPr marL="0" indent="0" algn="ctr">
              <a:buNone/>
              <a:defRPr sz="6614"/>
            </a:lvl1pPr>
            <a:lvl2pPr marL="1259997" indent="0" algn="ctr">
              <a:buNone/>
              <a:defRPr sz="5512"/>
            </a:lvl2pPr>
            <a:lvl3pPr marL="2519995" indent="0" algn="ctr">
              <a:buNone/>
              <a:defRPr sz="4961"/>
            </a:lvl3pPr>
            <a:lvl4pPr marL="3779992" indent="0" algn="ctr">
              <a:buNone/>
              <a:defRPr sz="4409"/>
            </a:lvl4pPr>
            <a:lvl5pPr marL="5039990" indent="0" algn="ctr">
              <a:buNone/>
              <a:defRPr sz="4409"/>
            </a:lvl5pPr>
            <a:lvl6pPr marL="6299987" indent="0" algn="ctr">
              <a:buNone/>
              <a:defRPr sz="4409"/>
            </a:lvl6pPr>
            <a:lvl7pPr marL="7559985" indent="0" algn="ctr">
              <a:buNone/>
              <a:defRPr sz="4409"/>
            </a:lvl7pPr>
            <a:lvl8pPr marL="8819982" indent="0" algn="ctr">
              <a:buNone/>
              <a:defRPr sz="4409"/>
            </a:lvl8pPr>
            <a:lvl9pPr marL="10079980" indent="0" algn="ctr">
              <a:buNone/>
              <a:defRPr sz="4409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9553C-FEDF-40AA-A05C-999C0F42F2C7}" type="datetimeFigureOut">
              <a:rPr lang="pt-BR" smtClean="0"/>
              <a:t>15/04/2026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AE066-917A-4376-8801-65948117E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9777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9553C-FEDF-40AA-A05C-999C0F42F2C7}" type="datetimeFigureOut">
              <a:rPr lang="pt-BR" smtClean="0"/>
              <a:t>15/04/2026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AE066-917A-4376-8801-65948117E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414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9375" y="8077332"/>
            <a:ext cx="21734978" cy="13477201"/>
          </a:xfrm>
        </p:spPr>
        <p:txBody>
          <a:bodyPr anchor="b"/>
          <a:lstStyle>
            <a:lvl1pPr>
              <a:defRPr sz="16535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9375" y="21682033"/>
            <a:ext cx="21734978" cy="7087342"/>
          </a:xfrm>
        </p:spPr>
        <p:txBody>
          <a:bodyPr/>
          <a:lstStyle>
            <a:lvl1pPr marL="0" indent="0">
              <a:buNone/>
              <a:defRPr sz="6614">
                <a:solidFill>
                  <a:schemeClr val="tx1">
                    <a:tint val="82000"/>
                  </a:schemeClr>
                </a:solidFill>
              </a:defRPr>
            </a:lvl1pPr>
            <a:lvl2pPr marL="1259997" indent="0">
              <a:buNone/>
              <a:defRPr sz="5512">
                <a:solidFill>
                  <a:schemeClr val="tx1">
                    <a:tint val="82000"/>
                  </a:schemeClr>
                </a:solidFill>
              </a:defRPr>
            </a:lvl2pPr>
            <a:lvl3pPr marL="2519995" indent="0">
              <a:buNone/>
              <a:defRPr sz="4961">
                <a:solidFill>
                  <a:schemeClr val="tx1">
                    <a:tint val="82000"/>
                  </a:schemeClr>
                </a:solidFill>
              </a:defRPr>
            </a:lvl3pPr>
            <a:lvl4pPr marL="3779992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4pPr>
            <a:lvl5pPr marL="5039990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5pPr>
            <a:lvl6pPr marL="6299987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6pPr>
            <a:lvl7pPr marL="7559985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7pPr>
            <a:lvl8pPr marL="8819982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8pPr>
            <a:lvl9pPr marL="10079980" indent="0">
              <a:buNone/>
              <a:defRPr sz="440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9553C-FEDF-40AA-A05C-999C0F42F2C7}" type="datetimeFigureOut">
              <a:rPr lang="pt-BR" smtClean="0"/>
              <a:t>15/04/2026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AE066-917A-4376-8801-65948117E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8367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2498" y="8624810"/>
            <a:ext cx="10709989" cy="2055705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757488" y="8624810"/>
            <a:ext cx="10709989" cy="2055705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9553C-FEDF-40AA-A05C-999C0F42F2C7}" type="datetimeFigureOut">
              <a:rPr lang="pt-BR" smtClean="0"/>
              <a:t>15/04/2026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AE066-917A-4376-8801-65948117E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6278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1" y="1724969"/>
            <a:ext cx="21734978" cy="626236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5783" y="7942328"/>
            <a:ext cx="10660769" cy="3892412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5783" y="11834740"/>
            <a:ext cx="10660769" cy="1740712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757489" y="7942328"/>
            <a:ext cx="10713272" cy="3892412"/>
          </a:xfrm>
        </p:spPr>
        <p:txBody>
          <a:bodyPr anchor="b"/>
          <a:lstStyle>
            <a:lvl1pPr marL="0" indent="0">
              <a:buNone/>
              <a:defRPr sz="6614" b="1"/>
            </a:lvl1pPr>
            <a:lvl2pPr marL="1259997" indent="0">
              <a:buNone/>
              <a:defRPr sz="5512" b="1"/>
            </a:lvl2pPr>
            <a:lvl3pPr marL="2519995" indent="0">
              <a:buNone/>
              <a:defRPr sz="4961" b="1"/>
            </a:lvl3pPr>
            <a:lvl4pPr marL="3779992" indent="0">
              <a:buNone/>
              <a:defRPr sz="4409" b="1"/>
            </a:lvl4pPr>
            <a:lvl5pPr marL="5039990" indent="0">
              <a:buNone/>
              <a:defRPr sz="4409" b="1"/>
            </a:lvl5pPr>
            <a:lvl6pPr marL="6299987" indent="0">
              <a:buNone/>
              <a:defRPr sz="4409" b="1"/>
            </a:lvl6pPr>
            <a:lvl7pPr marL="7559985" indent="0">
              <a:buNone/>
              <a:defRPr sz="4409" b="1"/>
            </a:lvl7pPr>
            <a:lvl8pPr marL="8819982" indent="0">
              <a:buNone/>
              <a:defRPr sz="4409" b="1"/>
            </a:lvl8pPr>
            <a:lvl9pPr marL="10079980" indent="0">
              <a:buNone/>
              <a:defRPr sz="4409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757489" y="11834740"/>
            <a:ext cx="10713272" cy="1740712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9553C-FEDF-40AA-A05C-999C0F42F2C7}" type="datetimeFigureOut">
              <a:rPr lang="pt-BR" smtClean="0"/>
              <a:t>15/04/2026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AE066-917A-4376-8801-65948117E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1756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9553C-FEDF-40AA-A05C-999C0F42F2C7}" type="datetimeFigureOut">
              <a:rPr lang="pt-BR" smtClean="0"/>
              <a:t>15/04/2026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AE066-917A-4376-8801-65948117E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1701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9553C-FEDF-40AA-A05C-999C0F42F2C7}" type="datetimeFigureOut">
              <a:rPr lang="pt-BR" smtClean="0"/>
              <a:t>15/04/2026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AE066-917A-4376-8801-65948117E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1390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2159952"/>
            <a:ext cx="8127648" cy="7559834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3272" y="4664905"/>
            <a:ext cx="12757487" cy="23024494"/>
          </a:xfrm>
        </p:spPr>
        <p:txBody>
          <a:bodyPr/>
          <a:lstStyle>
            <a:lvl1pPr>
              <a:defRPr sz="8819"/>
            </a:lvl1pPr>
            <a:lvl2pPr>
              <a:defRPr sz="7717"/>
            </a:lvl2pPr>
            <a:lvl3pPr>
              <a:defRPr sz="6614"/>
            </a:lvl3pPr>
            <a:lvl4pPr>
              <a:defRPr sz="5512"/>
            </a:lvl4pPr>
            <a:lvl5pPr>
              <a:defRPr sz="5512"/>
            </a:lvl5pPr>
            <a:lvl6pPr>
              <a:defRPr sz="5512"/>
            </a:lvl6pPr>
            <a:lvl7pPr>
              <a:defRPr sz="5512"/>
            </a:lvl7pPr>
            <a:lvl8pPr>
              <a:defRPr sz="5512"/>
            </a:lvl8pPr>
            <a:lvl9pPr>
              <a:defRPr sz="5512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9719786"/>
            <a:ext cx="8127648" cy="18007107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9553C-FEDF-40AA-A05C-999C0F42F2C7}" type="datetimeFigureOut">
              <a:rPr lang="pt-BR" smtClean="0"/>
              <a:t>15/04/2026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AE066-917A-4376-8801-65948117E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5745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0" y="2159952"/>
            <a:ext cx="8127648" cy="7559834"/>
          </a:xfrm>
        </p:spPr>
        <p:txBody>
          <a:bodyPr anchor="b"/>
          <a:lstStyle>
            <a:lvl1pPr>
              <a:defRPr sz="881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713272" y="4664905"/>
            <a:ext cx="12757487" cy="23024494"/>
          </a:xfrm>
        </p:spPr>
        <p:txBody>
          <a:bodyPr anchor="t"/>
          <a:lstStyle>
            <a:lvl1pPr marL="0" indent="0">
              <a:buNone/>
              <a:defRPr sz="8819"/>
            </a:lvl1pPr>
            <a:lvl2pPr marL="1259997" indent="0">
              <a:buNone/>
              <a:defRPr sz="7717"/>
            </a:lvl2pPr>
            <a:lvl3pPr marL="2519995" indent="0">
              <a:buNone/>
              <a:defRPr sz="6614"/>
            </a:lvl3pPr>
            <a:lvl4pPr marL="3779992" indent="0">
              <a:buNone/>
              <a:defRPr sz="5512"/>
            </a:lvl4pPr>
            <a:lvl5pPr marL="5039990" indent="0">
              <a:buNone/>
              <a:defRPr sz="5512"/>
            </a:lvl5pPr>
            <a:lvl6pPr marL="6299987" indent="0">
              <a:buNone/>
              <a:defRPr sz="5512"/>
            </a:lvl6pPr>
            <a:lvl7pPr marL="7559985" indent="0">
              <a:buNone/>
              <a:defRPr sz="5512"/>
            </a:lvl7pPr>
            <a:lvl8pPr marL="8819982" indent="0">
              <a:buNone/>
              <a:defRPr sz="5512"/>
            </a:lvl8pPr>
            <a:lvl9pPr marL="10079980" indent="0">
              <a:buNone/>
              <a:defRPr sz="5512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0" y="9719786"/>
            <a:ext cx="8127648" cy="18007107"/>
          </a:xfrm>
        </p:spPr>
        <p:txBody>
          <a:bodyPr/>
          <a:lstStyle>
            <a:lvl1pPr marL="0" indent="0">
              <a:buNone/>
              <a:defRPr sz="4409"/>
            </a:lvl1pPr>
            <a:lvl2pPr marL="1259997" indent="0">
              <a:buNone/>
              <a:defRPr sz="3858"/>
            </a:lvl2pPr>
            <a:lvl3pPr marL="2519995" indent="0">
              <a:buNone/>
              <a:defRPr sz="3307"/>
            </a:lvl3pPr>
            <a:lvl4pPr marL="3779992" indent="0">
              <a:buNone/>
              <a:defRPr sz="2756"/>
            </a:lvl4pPr>
            <a:lvl5pPr marL="5039990" indent="0">
              <a:buNone/>
              <a:defRPr sz="2756"/>
            </a:lvl5pPr>
            <a:lvl6pPr marL="6299987" indent="0">
              <a:buNone/>
              <a:defRPr sz="2756"/>
            </a:lvl6pPr>
            <a:lvl7pPr marL="7559985" indent="0">
              <a:buNone/>
              <a:defRPr sz="2756"/>
            </a:lvl7pPr>
            <a:lvl8pPr marL="8819982" indent="0">
              <a:buNone/>
              <a:defRPr sz="2756"/>
            </a:lvl8pPr>
            <a:lvl9pPr marL="10079980" indent="0">
              <a:buNone/>
              <a:defRPr sz="2756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9553C-FEDF-40AA-A05C-999C0F42F2C7}" type="datetimeFigureOut">
              <a:rPr lang="pt-BR" smtClean="0"/>
              <a:t>15/04/2026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AE066-917A-4376-8801-65948117E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3931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9553C-FEDF-40AA-A05C-999C0F42F2C7}" type="datetimeFigureOut">
              <a:rPr lang="pt-BR" smtClean="0"/>
              <a:t>15/04/2026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AE066-917A-4376-8801-65948117E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895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033733" y="1724962"/>
            <a:ext cx="5433745" cy="2745689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500" y="1724962"/>
            <a:ext cx="15986234" cy="2745689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9553C-FEDF-40AA-A05C-999C0F42F2C7}" type="datetimeFigureOut">
              <a:rPr lang="pt-BR" smtClean="0"/>
              <a:t>15/04/2026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AE066-917A-4376-8801-65948117E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3757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32499" y="1724969"/>
            <a:ext cx="21734978" cy="6262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499" y="8624810"/>
            <a:ext cx="21734978" cy="20557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32498" y="30029347"/>
            <a:ext cx="5669994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C9553C-FEDF-40AA-A05C-999C0F42F2C7}" type="datetimeFigureOut">
              <a:rPr lang="pt-BR" smtClean="0"/>
              <a:t>15/04/2026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47492" y="30029347"/>
            <a:ext cx="8504992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797483" y="30029347"/>
            <a:ext cx="5669994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3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1AE066-917A-4376-8801-65948117E4F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2645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519995" rtl="0" eaLnBrk="1" latinLnBrk="0" hangingPunct="1">
        <a:lnSpc>
          <a:spcPct val="90000"/>
        </a:lnSpc>
        <a:spcBef>
          <a:spcPct val="0"/>
        </a:spcBef>
        <a:buNone/>
        <a:defRPr sz="121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29999" indent="-629999" algn="l" defTabSz="2519995" rtl="0" eaLnBrk="1" latinLnBrk="0" hangingPunct="1">
        <a:lnSpc>
          <a:spcPct val="90000"/>
        </a:lnSpc>
        <a:spcBef>
          <a:spcPts val="2756"/>
        </a:spcBef>
        <a:buFont typeface="Arial" panose="020B0604020202020204" pitchFamily="34" charset="0"/>
        <a:buChar char="•"/>
        <a:defRPr sz="7717" kern="1200">
          <a:solidFill>
            <a:schemeClr val="tx1"/>
          </a:solidFill>
          <a:latin typeface="+mn-lt"/>
          <a:ea typeface="+mn-ea"/>
          <a:cs typeface="+mn-cs"/>
        </a:defRPr>
      </a:lvl1pPr>
      <a:lvl2pPr marL="188999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2pPr>
      <a:lvl3pPr marL="314999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3pPr>
      <a:lvl4pPr marL="440999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66998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929986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8189984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9449981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709979" indent="-629999" algn="l" defTabSz="2519995" rtl="0" eaLnBrk="1" latinLnBrk="0" hangingPunct="1">
        <a:lnSpc>
          <a:spcPct val="90000"/>
        </a:lnSpc>
        <a:spcBef>
          <a:spcPts val="1378"/>
        </a:spcBef>
        <a:buFont typeface="Arial" panose="020B0604020202020204" pitchFamily="34" charset="0"/>
        <a:buChar char="•"/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1pPr>
      <a:lvl2pPr marL="125999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2pPr>
      <a:lvl3pPr marL="251999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4pPr>
      <a:lvl5pPr marL="503999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5pPr>
      <a:lvl6pPr marL="6299987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6pPr>
      <a:lvl7pPr marL="7559985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7pPr>
      <a:lvl8pPr marL="8819982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8pPr>
      <a:lvl9pPr marL="10079980" algn="l" defTabSz="2519995" rtl="0" eaLnBrk="1" latinLnBrk="0" hangingPunct="1">
        <a:defRPr sz="49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7267F-1AC5-FDF1-97CE-BB57FD574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F609B81D-EDE7-8D97-BDB3-5C3EAA1CA059}"/>
              </a:ext>
            </a:extLst>
          </p:cNvPr>
          <p:cNvSpPr/>
          <p:nvPr/>
        </p:nvSpPr>
        <p:spPr>
          <a:xfrm>
            <a:off x="16357494" y="5423901"/>
            <a:ext cx="7694983" cy="17579790"/>
          </a:xfrm>
          <a:prstGeom prst="rect">
            <a:avLst/>
          </a:prstGeom>
          <a:solidFill>
            <a:srgbClr val="1F492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DE961D8-C9BF-6731-DFC5-D08FD3FE7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364" y="28769334"/>
            <a:ext cx="24511246" cy="324847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12EC5D3-AD0C-4744-C951-C005B9C0A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542" y="535632"/>
            <a:ext cx="23793357" cy="3972868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C00550B4-9234-A477-9E74-6C77A1838216}"/>
              </a:ext>
            </a:extLst>
          </p:cNvPr>
          <p:cNvSpPr txBox="1"/>
          <p:nvPr/>
        </p:nvSpPr>
        <p:spPr>
          <a:xfrm>
            <a:off x="2044700" y="1080869"/>
            <a:ext cx="1598930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b="1" dirty="0">
                <a:latin typeface="Arial" panose="020B0604020202020204" pitchFamily="34" charset="0"/>
                <a:cs typeface="Arial" panose="020B0604020202020204" pitchFamily="34" charset="0"/>
              </a:rPr>
              <a:t>TÍTULO DO PROJETO</a:t>
            </a:r>
          </a:p>
          <a:p>
            <a:pPr algn="ctr"/>
            <a:r>
              <a:rPr lang="pt-BR" sz="4400" dirty="0">
                <a:latin typeface="Arial" panose="020B0604020202020204" pitchFamily="34" charset="0"/>
                <a:cs typeface="Arial" panose="020B0604020202020204" pitchFamily="34" charset="0"/>
              </a:rPr>
              <a:t>SUBTÍTULO DO PROJETO (SE HOUVER)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4BCA5CD-CC8B-4FF7-9C68-FFD9900674B2}"/>
              </a:ext>
            </a:extLst>
          </p:cNvPr>
          <p:cNvSpPr txBox="1"/>
          <p:nvPr/>
        </p:nvSpPr>
        <p:spPr>
          <a:xfrm>
            <a:off x="12449220" y="2953366"/>
            <a:ext cx="109283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Autor01 </a:t>
            </a:r>
            <a:r>
              <a:rPr lang="pt-BR" sz="2800" dirty="0" err="1"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dirty="0" err="1"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(Autor01-xxxxxx@uergs.edu.br)</a:t>
            </a:r>
          </a:p>
          <a:p>
            <a:pPr algn="r"/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Autor02 </a:t>
            </a:r>
            <a:r>
              <a:rPr lang="pt-BR" sz="2800" dirty="0" err="1"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dirty="0" err="1"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(Autor02-xxxxxx@uergs.edu.br)</a:t>
            </a:r>
          </a:p>
          <a:p>
            <a:pPr algn="r"/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Autor03 </a:t>
            </a:r>
            <a:r>
              <a:rPr lang="pt-BR" sz="2800" dirty="0" err="1"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dirty="0" err="1"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(Autor03-xxxxxx@uergs.edu.br)</a:t>
            </a:r>
          </a:p>
          <a:p>
            <a:pPr algn="r"/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Autor04 </a:t>
            </a:r>
            <a:r>
              <a:rPr lang="pt-BR" sz="2800" dirty="0" err="1"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800" dirty="0" err="1"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(Autor04-xxxxxx@uergs.edu.br)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C577B95-B046-DFA7-A6EC-707FB7B22D22}"/>
              </a:ext>
            </a:extLst>
          </p:cNvPr>
          <p:cNvSpPr txBox="1"/>
          <p:nvPr/>
        </p:nvSpPr>
        <p:spPr>
          <a:xfrm>
            <a:off x="852364" y="4769248"/>
            <a:ext cx="7341429" cy="661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>
                <a:latin typeface="Arial" panose="020B0604020202020204" pitchFamily="34" charset="0"/>
                <a:cs typeface="Arial" panose="020B0604020202020204" pitchFamily="34" charset="0"/>
              </a:rPr>
              <a:t>INTRODUÇÃO</a:t>
            </a:r>
          </a:p>
          <a:p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Indique aqui o contexto do problema a ser resolvido, com a devida citação de referência&gt;.</a:t>
            </a:r>
            <a:endParaRPr lang="pt-BR" sz="200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&gt;.</a:t>
            </a:r>
            <a:endParaRPr lang="pt-BR" sz="200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&lt;Descreva sucintamente o problema a que se pretende dar uma solução&gt;.</a:t>
            </a:r>
            <a:endParaRPr lang="pt-BR" sz="200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&gt;.</a:t>
            </a:r>
            <a:endParaRPr lang="pt-BR" sz="200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&gt;.</a:t>
            </a:r>
            <a:endParaRPr lang="pt-BR" sz="200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&lt;Indique a hipótese que o projeto julga ser promissora, para dar solução ao problema&gt;.</a:t>
            </a:r>
            <a:endParaRPr lang="pt-BR" sz="200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&gt;.</a:t>
            </a:r>
            <a:endParaRPr lang="pt-BR" sz="200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&gt;.</a:t>
            </a:r>
            <a:endParaRPr lang="pt-BR" sz="200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BFD58B1-6065-6A23-B92E-6B3ABAF8CA37}"/>
              </a:ext>
            </a:extLst>
          </p:cNvPr>
          <p:cNvSpPr txBox="1"/>
          <p:nvPr/>
        </p:nvSpPr>
        <p:spPr>
          <a:xfrm>
            <a:off x="8497517" y="4769248"/>
            <a:ext cx="7694983" cy="6617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>
                <a:latin typeface="Arial" panose="020B0604020202020204" pitchFamily="34" charset="0"/>
                <a:cs typeface="Arial" panose="020B0604020202020204" pitchFamily="34" charset="0"/>
              </a:rPr>
              <a:t>OBJETIVOS</a:t>
            </a:r>
          </a:p>
          <a:p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Este estudo, como objetivo geral, visa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sz="200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Como objetivos específicos, o projeto prevê:</a:t>
            </a:r>
            <a:endParaRPr lang="pt-BR" sz="200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a)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pt-BR" sz="200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b)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pt-BR" sz="200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c)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pt-BR" sz="200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d)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pt-BR" sz="200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e)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endParaRPr lang="pt-BR" sz="2000" dirty="0"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f)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pt-BR" sz="2000" b="0" i="1" dirty="0" err="1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sz="20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3A63D47-D9F6-5797-9CEC-34F4CA1F9CE1}"/>
              </a:ext>
            </a:extLst>
          </p:cNvPr>
          <p:cNvSpPr txBox="1"/>
          <p:nvPr/>
        </p:nvSpPr>
        <p:spPr>
          <a:xfrm>
            <a:off x="802534" y="11694221"/>
            <a:ext cx="15301066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>
                <a:latin typeface="Arial" panose="020B0604020202020204" pitchFamily="34" charset="0"/>
                <a:cs typeface="Arial" panose="020B0604020202020204" pitchFamily="34" charset="0"/>
              </a:rPr>
              <a:t>RERENCIAL E MÉTODO</a:t>
            </a:r>
          </a:p>
          <a:p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&lt;Indique aqui o método a ser utilizado, baseado nas referências estudadas&gt;.</a:t>
            </a:r>
            <a:endParaRPr lang="pt-BR" sz="20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&lt;Explique aqui o que será montado e como deverá funcionar&gt;.</a:t>
            </a:r>
            <a:endParaRPr lang="pt-BR" sz="20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&lt;Indique também as tecnologias utilizadas e como chegou a elas&gt;.</a:t>
            </a:r>
            <a:endParaRPr lang="pt-BR" sz="20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&lt;desenhos e diagramas devem ser colocador no desenho seguinte, todos na mesma imagem&gt;.</a:t>
            </a:r>
            <a:endParaRPr lang="pt-BR" sz="20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sz="20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sz="20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xx.xxxxx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xxxxxxx</a:t>
            </a:r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sz="20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20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5FE1BFC-2DE7-B3EE-D398-4A593FD21D38}"/>
              </a:ext>
            </a:extLst>
          </p:cNvPr>
          <p:cNvSpPr txBox="1"/>
          <p:nvPr/>
        </p:nvSpPr>
        <p:spPr>
          <a:xfrm>
            <a:off x="633095" y="26193076"/>
            <a:ext cx="15301066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>
                <a:latin typeface="Arial" panose="020B0604020202020204" pitchFamily="34" charset="0"/>
                <a:cs typeface="Arial" panose="020B0604020202020204" pitchFamily="34" charset="0"/>
              </a:rPr>
              <a:t>CONCLUSÃO</a:t>
            </a:r>
          </a:p>
          <a:p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&lt;descreva aqui os principais resultados objetivos no projeto, correlacionando os objetivos específicos com os resultados alcançados&gt;.</a:t>
            </a:r>
            <a:endParaRPr lang="pt-BR" sz="20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&lt;Destaque as principais funcionalidades do projeto&gt;.</a:t>
            </a:r>
            <a:endParaRPr lang="pt-BR" sz="20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&lt;Indique o que deu muito certo e o que não deu tão certo ou que podia melhorar&gt;.</a:t>
            </a:r>
            <a:endParaRPr lang="pt-BR" sz="20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sz="20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.</a:t>
            </a:r>
            <a:endParaRPr lang="pt-BR" sz="20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sz="20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E2D38ECF-600D-B047-106A-595DD0FF70D8}"/>
              </a:ext>
            </a:extLst>
          </p:cNvPr>
          <p:cNvSpPr/>
          <p:nvPr/>
        </p:nvSpPr>
        <p:spPr>
          <a:xfrm>
            <a:off x="802534" y="17843500"/>
            <a:ext cx="15131627" cy="7696200"/>
          </a:xfrm>
          <a:prstGeom prst="roundRect">
            <a:avLst>
              <a:gd name="adj" fmla="val 5941"/>
            </a:avLst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8B5E7762-8E70-1EE4-4078-119853826A98}"/>
              </a:ext>
            </a:extLst>
          </p:cNvPr>
          <p:cNvSpPr/>
          <p:nvPr/>
        </p:nvSpPr>
        <p:spPr>
          <a:xfrm>
            <a:off x="16526933" y="17695864"/>
            <a:ext cx="7330387" cy="5011736"/>
          </a:xfrm>
          <a:prstGeom prst="roundRect">
            <a:avLst>
              <a:gd name="adj" fmla="val 12359"/>
            </a:avLst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F3235A3-1A4E-3444-5D83-69E501A3115F}"/>
              </a:ext>
            </a:extLst>
          </p:cNvPr>
          <p:cNvSpPr txBox="1"/>
          <p:nvPr/>
        </p:nvSpPr>
        <p:spPr>
          <a:xfrm>
            <a:off x="16396776" y="5424994"/>
            <a:ext cx="7694983" cy="12464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RESULTADOS</a:t>
            </a:r>
          </a:p>
          <a:p>
            <a:pPr algn="just"/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&lt;Indique aqui a forma com que o projeto foi ensaiado para obter os resultados&gt;.</a:t>
            </a:r>
            <a:endParaRPr lang="pt-BR" sz="200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&lt;Indique os resultados alcançados&gt;.</a:t>
            </a:r>
            <a:endParaRPr lang="pt-BR" sz="200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&lt;Compare os resultados alcançados com os objetivos específicos&gt;.</a:t>
            </a:r>
            <a:endParaRPr lang="pt-BR" sz="200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&lt;Analise os resultados, de forma crítica, baseado nas técnicas aplicadas&gt;.</a:t>
            </a:r>
            <a:endParaRPr lang="pt-BR" sz="200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sz="200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sz="200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sz="200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sz="200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sz="200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sz="2000" dirty="0">
              <a:solidFill>
                <a:srgbClr val="FFFFFF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sz="200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BR" sz="2000" i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000" b="0" i="1" dirty="0" err="1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xxxxx</a:t>
            </a:r>
            <a:r>
              <a:rPr lang="pt-BR" sz="2000" b="0" i="1" dirty="0"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7AF3D26-692A-5FED-6D0D-386085667E33}"/>
              </a:ext>
            </a:extLst>
          </p:cNvPr>
          <p:cNvSpPr txBox="1"/>
          <p:nvPr/>
        </p:nvSpPr>
        <p:spPr>
          <a:xfrm>
            <a:off x="16357494" y="23059217"/>
            <a:ext cx="8498116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>
                <a:latin typeface="Arial" panose="020B0604020202020204" pitchFamily="34" charset="0"/>
                <a:cs typeface="Arial" panose="020B0604020202020204" pitchFamily="34" charset="0"/>
              </a:rPr>
              <a:t>REFERÊNCIAS</a:t>
            </a:r>
          </a:p>
          <a:p>
            <a:endParaRPr lang="pt-BR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COLOMBO, J. F.; LUCCA FILHO, J. DE. Internet Das Coisas (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Iot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E Indústria 4.0. </a:t>
            </a:r>
            <a:r>
              <a:rPr lang="pt-BR" sz="1400" b="1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Revista Interface Tecnológica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v. 15, n. 2, p. 72–85, 2018. </a:t>
            </a:r>
            <a:endParaRPr lang="pt-BR" sz="14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FIRJAN. Indústria 4.0. </a:t>
            </a:r>
            <a:r>
              <a:rPr lang="pt-BR" sz="1400" b="1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Estratégia Nacional para a Digitalização da Economia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n. Abril, p. 1–52, 2016. </a:t>
            </a:r>
            <a:endParaRPr lang="pt-BR" sz="14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HERMANN, M.; PENTEK, T.; OTTO, B. </a:t>
            </a:r>
            <a:r>
              <a:rPr lang="pt-BR" sz="1400" b="1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Design </a:t>
            </a:r>
            <a:r>
              <a:rPr lang="pt-BR" sz="1400" b="1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Principlesfor</a:t>
            </a:r>
            <a:r>
              <a:rPr lang="pt-BR" sz="1400" b="1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Industrie 4.0 </a:t>
            </a:r>
            <a:r>
              <a:rPr lang="pt-BR" sz="1400" b="1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Scenarios</a:t>
            </a:r>
            <a:r>
              <a:rPr lang="pt-BR" sz="1400" b="1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A </a:t>
            </a:r>
            <a:r>
              <a:rPr lang="pt-BR" sz="1400" b="1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Literature</a:t>
            </a:r>
            <a:r>
              <a:rPr lang="pt-BR" sz="1400" b="1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Review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2015. Disponível em: http://www.snom.mb.tu-dortmund.de/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cms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/de/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forschung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Arbeitsberichte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/Design-Principles-for-Industrie-4_0-Scenarios.pdf. Acesso em: 3 maio. 2020. </a:t>
            </a:r>
            <a:endParaRPr lang="pt-BR" sz="14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MISHRA, 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Biswajeeban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 KERTESZ, Attila. The Use 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MQTT in M2M 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IoT Systems: a 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survey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Ieee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Access, [S.L.], v. 8, n. 1, p. 201071-201086, 2020. 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Institute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Electrical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Electronics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Engineers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(IEEE). Disponível em: https://ieeexplore.ieee.org/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document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/9247996. Acesso em: 01 jul. 2023.</a:t>
            </a:r>
            <a:endParaRPr lang="pt-BR" sz="14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MUNIRATHINAM, 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Sathyan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Industry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4.0: industrial internet 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things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IIot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Advances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Computers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[S.L.], v. 117, n. 1, p. 129-164, 2020. ISBN: 978-0-12-818756-2. Disponível em: https://www.sciencedirect.com/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science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article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abs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pii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/S0065245819300634. Acesso em: 01 julho 2023.</a:t>
            </a:r>
            <a:endParaRPr lang="pt-BR" sz="14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PEIXOTO, João Alvarez. </a:t>
            </a:r>
            <a:r>
              <a:rPr lang="pt-BR" sz="1400" b="1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Sistema minimamente invasivo baseado em agentes aplicado em controladores lógicos programáveis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2016. 225f. Tese (Doutorado) - Curso de Pós-graduação em Engenharia Elétrica, Departamento de Engenharia Elétrica, Universidade Federal do Rio Grande do Sul, Porto Alegre, 2016. Disponível em: http://hdl.handle.net/10183/156495. Acesso em 25 de mar. 2023. </a:t>
            </a:r>
            <a:endParaRPr lang="pt-BR" sz="14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600"/>
              </a:spcAft>
            </a:pP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PEIXOTO, João Alvarez; SOARES, André Borin. Manufatura automatizada baseada em sistemas ciberfísicos: um passo para indústria 4.0. </a:t>
            </a:r>
            <a:r>
              <a:rPr lang="pt-BR" sz="1400" b="1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Revista Eletrônica Científica da </a:t>
            </a:r>
            <a:r>
              <a:rPr lang="pt-BR" sz="1400" b="1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Uergs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Porto Alegre, v. 8, n. 3, p. 188-198, 23 dez. 2022. Disponível em: http://revista.uergs.edu.br/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index.php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revuergs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article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pt-BR" sz="1400" b="0" i="0" dirty="0" err="1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view</a:t>
            </a:r>
            <a:r>
              <a:rPr lang="pt-BR" sz="1400" b="0" i="0" dirty="0">
                <a:solidFill>
                  <a:srgbClr val="38383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/3402/563. Acesso em: 24 dez. 2022.</a:t>
            </a:r>
            <a:endParaRPr lang="pt-BR" sz="1400" dirty="0">
              <a:solidFill>
                <a:srgbClr val="383838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FFA1653-0C35-B2D2-94AA-32F4961AB97E}"/>
              </a:ext>
            </a:extLst>
          </p:cNvPr>
          <p:cNvSpPr txBox="1"/>
          <p:nvPr/>
        </p:nvSpPr>
        <p:spPr>
          <a:xfrm>
            <a:off x="6299200" y="15633184"/>
            <a:ext cx="1259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757298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95</TotalTime>
  <Words>1407</Words>
  <Application>Microsoft Office PowerPoint</Application>
  <PresentationFormat>Personalizar</PresentationFormat>
  <Paragraphs>68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João Peixoto</dc:creator>
  <cp:lastModifiedBy>João Peixoto</cp:lastModifiedBy>
  <cp:revision>4</cp:revision>
  <dcterms:created xsi:type="dcterms:W3CDTF">2025-02-14T18:46:54Z</dcterms:created>
  <dcterms:modified xsi:type="dcterms:W3CDTF">2026-04-16T00:30:12Z</dcterms:modified>
</cp:coreProperties>
</file>